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1D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2" autoAdjust="0"/>
    <p:restoredTop sz="94694"/>
  </p:normalViewPr>
  <p:slideViewPr>
    <p:cSldViewPr snapToGrid="0" showGuides="1">
      <p:cViewPr varScale="1">
        <p:scale>
          <a:sx n="121" d="100"/>
          <a:sy n="121" d="100"/>
        </p:scale>
        <p:origin x="648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9C33F8-1919-49AC-84C0-55BB8BCB4525}" type="datetimeFigureOut">
              <a:rPr lang="en-US" smtClean="0"/>
              <a:t>6/26/25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748C6-558B-415B-AE71-E8EDF0BDE9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8517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BB59E-404A-D706-BC82-51C84A0533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CE67BF-5978-A190-BEF6-07DD8689FF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57C89-C4DC-9A1A-56DF-0DF93C7BC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Month Day, 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93C716-E968-D0A8-F96F-A9C2C1002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speaker@uni-mainz.de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6FFD37-6C13-A0E2-C533-5A289692D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C9029-1F3E-4C45-9AF3-2E71CC025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477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FDC2A-2C25-585B-E897-322C6481D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A3D4E-699A-376D-4474-02FA4E8850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3C47F2-EA6D-FFB0-E219-1FC68F342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Month Day, 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CD969-6709-3EAE-BE39-5453CE1E2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speaker@uni-mainz.de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3FF51B-0F8B-561E-2F86-FC7C23DAA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C9029-1F3E-4C45-9AF3-2E71CC025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1566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6BB1D-69EB-3B3A-C887-F1D8A0FE0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52FE32-93B4-1453-73A0-3F085C0348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54F869-F304-2BCE-41EF-6C5C4ED70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Month Day, 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EB6C4-5144-28D9-550F-DA5B97D24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speaker@uni-mainz.de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57CEF-7BB8-7DB9-AA19-318174F9A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C9029-1F3E-4C45-9AF3-2E71CC025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865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BCF81-D0A5-A294-8B38-3849545B8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7B42F-44CC-2936-EB8A-2252134EB1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F66889-943E-1738-1C58-2863077A97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FA655A-DE05-FE11-3A93-B9FF8320B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Month Day, 2024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B8936F-EE4F-2CED-CD52-305E8905F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speaker@uni-mainz.de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41C7A0-0150-D4C8-44EE-7FC4BA68B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C9029-1F3E-4C45-9AF3-2E71CC025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218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8E54E-8EF7-519F-CC0C-DA617613B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10D44C-5635-6B2B-A83A-3D08147E43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9982BE-A631-6FCB-9EB6-7365C56233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856D31-1CE8-705A-83FB-449CC80572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CCE4DE-9CA1-8D2F-3597-22739F4915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F1BC04-F3E8-C961-0854-BBD48E982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Month Day, 2024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39C932-C4BB-2C95-D4F5-164D323C8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speaker@uni-mainz.de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5C120B-BF98-0312-A7E2-F739BB5AB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C9029-1F3E-4C45-9AF3-2E71CC025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388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E61CC-44AF-9301-9DD1-1EB6C26AC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3D7D7F-B826-2C13-D47E-6E6032FCA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Month Day, 2024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EFA165-97AC-95BF-6B34-09DFF3FA6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speaker@uni-mainz.de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505804-5F6F-23DB-C738-BAD791142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C9029-1F3E-4C45-9AF3-2E71CC025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761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84EB46-30C2-C1D4-38CA-E91B23EBF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Month Day, 2024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E4E981-5720-3BD8-2FC1-0D384802D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speaker@uni-mainz.de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BA074F-D418-DC3E-C393-A3051FBB2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C9029-1F3E-4C45-9AF3-2E71CC025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760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1116D-BA9F-8906-60F2-C944A33D7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9F721-284E-3127-C5EC-40E257242F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C5DAC6-6DA2-86E1-710D-D266A03732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5648FE-C3EB-D42F-1FD0-C3D82B9AE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Month Day, 2024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9E04E6-2459-6A8B-2DC0-B6A2BAB0C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speaker@uni-mainz.de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883B55-DF24-EE18-37AB-80E04070A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C9029-1F3E-4C45-9AF3-2E71CC025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985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7D92E-C18D-3DE4-7D90-25732F7A1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67DC7D-BAB5-9EE6-FD4F-0D4A930A09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B46DBB-1ACF-DFF4-E47A-6DB3FA723F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FFB483-0DC3-E91A-4E09-D2D875753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Month Day, 2024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1D9AEA-DDE1-3224-D5D0-1F99B4903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speaker@uni-mainz.de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619056-BEEF-C799-2DE0-E96EEE5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C9029-1F3E-4C45-9AF3-2E71CC025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986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DF038-8AF0-13E9-EE92-60A4ACD2F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D1F07C-FB74-C0CC-98CF-F08108925F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FCC640-4482-18F7-EEA7-D4C6ABBC8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Month Day, 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4985C2-DBD4-70F2-B94E-8507EF704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speaker@uni-mainz.de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60D821-3546-9F60-05F8-201536420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C9029-1F3E-4C45-9AF3-2E71CC025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922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0E5B13-B842-60B4-09DB-C26C6DDB8C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C122C6-5F15-F4B1-03C7-DF1BF9C853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92EAB5-ECF4-C9B8-9A31-32C48237E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Month Day, 2024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6F7CDA-653B-040D-9593-B35964A1A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speaker@uni-mainz.de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8C1402-148F-F61B-33B1-E3E201D61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C9029-1F3E-4C45-9AF3-2E71CC0251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486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8C7B98-FD5D-308E-40E3-46FFD1F0F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C4E440-F90C-7197-A2B7-65D0DD9AB8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A4FD12-C45A-BC9B-DEEA-DA2F341032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rgbClr val="001D3F"/>
                </a:solidFill>
              </a:defRPr>
            </a:lvl1pPr>
          </a:lstStyle>
          <a:p>
            <a:r>
              <a:rPr lang="en-US"/>
              <a:t>Month Day,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7A066-2580-6FF2-96BF-6CEC8E08DF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rgbClr val="001D3F"/>
                </a:solidFill>
              </a:defRPr>
            </a:lvl1pPr>
          </a:lstStyle>
          <a:p>
            <a:r>
              <a:rPr lang="en-US"/>
              <a:t>speaker@uni-mainz.de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9A67DD-A663-408C-4BC1-EF8694ED50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rgbClr val="001D3F"/>
                </a:solidFill>
              </a:defRPr>
            </a:lvl1pPr>
          </a:lstStyle>
          <a:p>
            <a:fld id="{84BC9029-1F3E-4C45-9AF3-2E71CC0251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5152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emf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EF05E-8FBF-979C-7ABE-AAAAF029F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624" y="0"/>
            <a:ext cx="8998772" cy="1744711"/>
          </a:xfrm>
        </p:spPr>
        <p:txBody>
          <a:bodyPr>
            <a:noAutofit/>
          </a:bodyPr>
          <a:lstStyle/>
          <a:p>
            <a:pPr algn="ctr"/>
            <a:r>
              <a:rPr lang="de-DE" sz="3600" dirty="0">
                <a:solidFill>
                  <a:srgbClr val="001D3F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Coupling </a:t>
            </a:r>
            <a:r>
              <a:rPr lang="de-DE" sz="3600" dirty="0" err="1">
                <a:solidFill>
                  <a:srgbClr val="001D3F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de-DE" sz="3600" dirty="0">
                <a:solidFill>
                  <a:srgbClr val="001D3F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3600" u="sng" dirty="0" err="1">
                <a:solidFill>
                  <a:srgbClr val="001D3F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plasmons</a:t>
            </a:r>
            <a:r>
              <a:rPr lang="de-DE" sz="3600" dirty="0">
                <a:solidFill>
                  <a:srgbClr val="001D3F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3600" dirty="0" err="1">
                <a:solidFill>
                  <a:srgbClr val="001D3F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de-DE" sz="3600" dirty="0">
                <a:solidFill>
                  <a:srgbClr val="001D3F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3600" dirty="0" err="1">
                <a:solidFill>
                  <a:srgbClr val="001D3F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de-DE" sz="3600" dirty="0">
                <a:solidFill>
                  <a:srgbClr val="001D3F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3600" u="sng" dirty="0" err="1">
                <a:solidFill>
                  <a:srgbClr val="001D3F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two-magnon</a:t>
            </a:r>
            <a:r>
              <a:rPr lang="de-DE" sz="3600" dirty="0">
                <a:solidFill>
                  <a:srgbClr val="001D3F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de-DE" sz="3600" u="sng" dirty="0" err="1">
                <a:solidFill>
                  <a:srgbClr val="001D3F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continuum</a:t>
            </a:r>
            <a:r>
              <a:rPr lang="de-DE" sz="3600" dirty="0">
                <a:solidFill>
                  <a:srgbClr val="001D3F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de-DE" sz="3600" dirty="0" err="1">
                <a:solidFill>
                  <a:srgbClr val="001D3F"/>
                </a:solidFill>
                <a:ea typeface="Calibri" panose="020F0502020204030204" pitchFamily="34" charset="0"/>
                <a:cs typeface="Calibri" panose="020F0502020204030204" pitchFamily="34" charset="0"/>
              </a:rPr>
              <a:t>antiferromagnets</a:t>
            </a:r>
            <a:endParaRPr lang="en-US" sz="3600" dirty="0">
              <a:solidFill>
                <a:srgbClr val="001D3F"/>
              </a:solidFill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 descr="A blue and orange logo&#10;&#10;Description automatically generated">
            <a:extLst>
              <a:ext uri="{FF2B5EF4-FFF2-40B4-BE49-F238E27FC236}">
                <a16:creationId xmlns:a16="http://schemas.microsoft.com/office/drawing/2014/main" id="{089EA1C5-5CF2-AE61-B3F2-3F767E3873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8396" y="-5379"/>
            <a:ext cx="2938035" cy="1145376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404C926-D3D8-D27D-116E-1E02A3B04D5B}"/>
              </a:ext>
            </a:extLst>
          </p:cNvPr>
          <p:cNvCxnSpPr>
            <a:cxnSpLocks/>
          </p:cNvCxnSpPr>
          <p:nvPr/>
        </p:nvCxnSpPr>
        <p:spPr>
          <a:xfrm>
            <a:off x="349624" y="6316219"/>
            <a:ext cx="11505303" cy="0"/>
          </a:xfrm>
          <a:prstGeom prst="line">
            <a:avLst/>
          </a:prstGeom>
          <a:ln>
            <a:solidFill>
              <a:srgbClr val="001D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14D79293-B40D-44E0-E490-6A076AE81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85342" y="6356350"/>
            <a:ext cx="4114800" cy="365125"/>
          </a:xfrm>
        </p:spPr>
        <p:txBody>
          <a:bodyPr/>
          <a:lstStyle/>
          <a:p>
            <a:r>
              <a:rPr lang="en-US" dirty="0" err="1"/>
              <a:t>pgunnink@uni-mainz.de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C7B640-CC46-A872-4451-B7A47C0693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7295"/>
          <a:stretch>
            <a:fillRect/>
          </a:stretch>
        </p:blipFill>
        <p:spPr>
          <a:xfrm>
            <a:off x="381000" y="2264949"/>
            <a:ext cx="4096407" cy="318995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5F2C60F-58F3-48E6-D932-8208CD6B19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4459"/>
          <a:stretch>
            <a:fillRect/>
          </a:stretch>
        </p:blipFill>
        <p:spPr>
          <a:xfrm>
            <a:off x="4025683" y="1417457"/>
            <a:ext cx="3688912" cy="222692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D1B8A16-917E-5B81-6112-97B4F97402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6729" y="6181949"/>
            <a:ext cx="1424860" cy="671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C8A7519-0549-2C42-A0EC-F831005DE98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0000"/>
          <a:stretch>
            <a:fillRect/>
          </a:stretch>
        </p:blipFill>
        <p:spPr>
          <a:xfrm>
            <a:off x="6951945" y="2104467"/>
            <a:ext cx="5148197" cy="411956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1AC613A-56EB-F6A0-467C-37589C862FB3}"/>
              </a:ext>
            </a:extLst>
          </p:cNvPr>
          <p:cNvSpPr txBox="1"/>
          <p:nvPr/>
        </p:nvSpPr>
        <p:spPr>
          <a:xfrm>
            <a:off x="413057" y="1713507"/>
            <a:ext cx="36889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dirty="0"/>
              <a:t>Plasmons couple to magnons in adjacent antiferromagnet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1730E73-0F63-D541-A8A1-8026D784DD12}"/>
              </a:ext>
            </a:extLst>
          </p:cNvPr>
          <p:cNvSpPr txBox="1"/>
          <p:nvPr/>
        </p:nvSpPr>
        <p:spPr>
          <a:xfrm>
            <a:off x="4901854" y="3684510"/>
            <a:ext cx="24533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</a:t>
            </a:r>
            <a:r>
              <a:rPr lang="en-DE" dirty="0"/>
              <a:t>ne plasmon -&gt; excites two magnons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79A0AF5-71F6-047E-7BF4-14AE1A3160A9}"/>
              </a:ext>
            </a:extLst>
          </p:cNvPr>
          <p:cNvSpPr txBox="1"/>
          <p:nvPr/>
        </p:nvSpPr>
        <p:spPr>
          <a:xfrm>
            <a:off x="8504378" y="2340160"/>
            <a:ext cx="28059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err="1"/>
              <a:t>Coupling</a:t>
            </a:r>
            <a:r>
              <a:rPr lang="nl-NL" dirty="0"/>
              <a:t> of </a:t>
            </a:r>
            <a:r>
              <a:rPr lang="nl-NL" dirty="0" err="1"/>
              <a:t>plasmons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two-magnon</a:t>
            </a:r>
            <a:r>
              <a:rPr lang="nl-NL" dirty="0"/>
              <a:t> </a:t>
            </a:r>
            <a:r>
              <a:rPr lang="nl-NL" dirty="0" err="1"/>
              <a:t>continuum</a:t>
            </a:r>
            <a:endParaRPr lang="en-DE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E0E0F30-A08F-B005-36C9-C594808F4F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3843" y="6224032"/>
            <a:ext cx="3368854" cy="588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5988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34</Words>
  <Application>Microsoft Macintosh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Coupling of plasmons to the two-magnon continuum in antiferromagnets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Alexander Mook</dc:creator>
  <cp:lastModifiedBy>Pieter Gunnink</cp:lastModifiedBy>
  <cp:revision>15</cp:revision>
  <dcterms:created xsi:type="dcterms:W3CDTF">2024-06-16T13:00:01Z</dcterms:created>
  <dcterms:modified xsi:type="dcterms:W3CDTF">2025-06-26T09:04:09Z</dcterms:modified>
</cp:coreProperties>
</file>